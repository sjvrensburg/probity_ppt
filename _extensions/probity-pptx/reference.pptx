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3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194560"/>
            <a:ext cx="10911535" cy="1463040"/>
          </a:xfrm>
        </p:spPr>
        <p:txBody>
          <a:bodyPr/>
          <a:lstStyle>
            <a:lvl1pPr algn="l">
              <a:defRPr sz="54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749039"/>
            <a:ext cx="10911535" cy="914400"/>
          </a:xfrm>
        </p:spPr>
        <p:txBody>
          <a:bodyPr/>
          <a:lstStyle>
            <a:lvl1pPr marL="0" indent="0" algn="l">
              <a:buNone/>
              <a:defRPr sz="2200" b="0">
                <a:solidFill>
                  <a:srgbClr val="C8881F"/>
                </a:solidFill>
                <a:latin typeface="Calibri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355080"/>
            <a:ext cx="0" cy="274320"/>
          </a:xfrm>
        </p:spPr>
        <p:txBody>
          <a:bodyPr/>
          <a:lstStyle>
            <a:lvl1pPr algn="l">
              <a:defRPr sz="1000" b="0">
                <a:solidFill>
                  <a:srgbClr val="8BABCB"/>
                </a:solidFill>
                <a:latin typeface="Calibri"/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355080"/>
            <a:ext cx="0" cy="274320"/>
          </a:xfrm>
        </p:spPr>
        <p:txBody>
          <a:bodyPr/>
          <a:lstStyle>
            <a:lvl1pPr algn="l">
              <a:defRPr sz="1000" b="0">
                <a:solidFill>
                  <a:srgbClr val="8BABCB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" y="6355080"/>
            <a:ext cx="0" cy="274320"/>
          </a:xfrm>
        </p:spPr>
        <p:txBody>
          <a:bodyPr/>
          <a:lstStyle>
            <a:lvl1pPr algn="l">
              <a:defRPr sz="1000" b="0">
                <a:solidFill>
                  <a:srgbClr val="8BABCB"/>
                </a:solidFill>
                <a:latin typeface="Calibri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Rect 10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881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2" name="Logo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94560" cy="680314"/>
          </a:xfrm>
          <a:prstGeom prst="rect">
            <a:avLst/>
          </a:prstGeom>
        </p:spPr>
      </p:pic>
      <p:sp>
        <p:nvSpPr>
          <p:cNvPr id="103" name="Rect 103"/>
          <p:cNvSpPr/>
          <p:nvPr/>
        </p:nvSpPr>
        <p:spPr>
          <a:xfrm>
            <a:off x="640080" y="5029200"/>
            <a:ext cx="2011680" cy="45720"/>
          </a:xfrm>
          <a:prstGeom prst="rect">
            <a:avLst/>
          </a:prstGeom>
          <a:solidFill>
            <a:srgbClr val="C8881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4" name="Logo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05" name="Rect 105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Txt 10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A3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10911535" cy="1463040"/>
          </a:xfrm>
        </p:spPr>
        <p:txBody>
          <a:bodyPr anchor="t"/>
          <a:lstStyle>
            <a:lvl1pPr algn="l">
              <a:defRPr sz="5400" b="1" cap="all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3749039"/>
            <a:ext cx="10911535" cy="914400"/>
          </a:xfrm>
        </p:spPr>
        <p:txBody>
          <a:bodyPr anchor="b"/>
          <a:lstStyle>
            <a:lvl1pPr marL="0" indent="0" algn="l">
              <a:buNone/>
              <a:defRPr sz="2200" b="0">
                <a:solidFill>
                  <a:srgbClr val="C8881F"/>
                </a:solidFill>
                <a:latin typeface="Calibri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355080"/>
            <a:ext cx="0" cy="274320"/>
          </a:xfrm>
        </p:spPr>
        <p:txBody>
          <a:bodyPr/>
          <a:lstStyle>
            <a:lvl1pPr algn="l">
              <a:defRPr sz="1000" b="0">
                <a:solidFill>
                  <a:srgbClr val="8BABCB"/>
                </a:solidFill>
                <a:latin typeface="Calibri"/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355080"/>
            <a:ext cx="0" cy="274320"/>
          </a:xfrm>
        </p:spPr>
        <p:txBody>
          <a:bodyPr/>
          <a:lstStyle>
            <a:lvl1pPr algn="l">
              <a:defRPr sz="1000" b="0">
                <a:solidFill>
                  <a:srgbClr val="8BABCB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" y="6355080"/>
            <a:ext cx="0" cy="274320"/>
          </a:xfrm>
        </p:spPr>
        <p:txBody>
          <a:bodyPr/>
          <a:lstStyle>
            <a:lvl1pPr algn="l">
              <a:defRPr sz="1000" b="0">
                <a:solidFill>
                  <a:srgbClr val="8BABCB"/>
                </a:solidFill>
                <a:latin typeface="Calibri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7" name="Rect 10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881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8" name="Logo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94560" cy="680314"/>
          </a:xfrm>
          <a:prstGeom prst="rect">
            <a:avLst/>
          </a:prstGeom>
        </p:spPr>
      </p:pic>
      <p:sp>
        <p:nvSpPr>
          <p:cNvPr id="109" name="Rect 109"/>
          <p:cNvSpPr/>
          <p:nvPr/>
        </p:nvSpPr>
        <p:spPr>
          <a:xfrm>
            <a:off x="640080" y="5029200"/>
            <a:ext cx="2011680" cy="45720"/>
          </a:xfrm>
          <a:prstGeom prst="rect">
            <a:avLst/>
          </a:prstGeom>
          <a:solidFill>
            <a:srgbClr val="C8881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83080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83080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10" name="Logo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11" name="Rect 111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xt 11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83080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83080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783080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783080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13" name="Logo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14" name="Rect 114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xt 11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16" name="Logo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17" name="Rect 117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Txt 1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19" name="Logo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20" name="Rect 120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Txt 12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 anchor="b"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783080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83080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22" name="Logo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23" name="Rect 123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Txt 12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 anchor="b"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783080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25" name="Logo 1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26" name="Rect 126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xt 1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</p:spPr>
        <p:txBody>
          <a:bodyPr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28" name="Logo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29" name="Rect 129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Txt 13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7200" y="1024128"/>
            <a:ext cx="11277295" cy="640080"/>
          </a:xfrm>
        </p:spPr>
        <p:txBody>
          <a:bodyPr vert="eaVert"/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830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31" name="Logo 1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97280" cy="340157"/>
          </a:xfrm>
          <a:prstGeom prst="rect">
            <a:avLst/>
          </a:prstGeom>
        </p:spPr>
      </p:pic>
      <p:sp>
        <p:nvSpPr>
          <p:cNvPr id="132" name="Rect 132"/>
          <p:cNvSpPr/>
          <p:nvPr/>
        </p:nvSpPr>
        <p:spPr>
          <a:xfrm>
            <a:off x="457200" y="841248"/>
            <a:ext cx="11277295" cy="18288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Txt 13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900" b="1" i="0">
                <a:solidFill>
                  <a:srgbClr val="0A325A"/>
                </a:solidFill>
                <a:latin typeface="Calibri"/>
              </a:rPr>
              <a:t>Probity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24128"/>
            <a:ext cx="11277295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000" b="1">
                <a:solidFill>
                  <a:srgbClr val="0A325A"/>
                </a:solidFill>
                <a:latin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10512"/>
            <a:ext cx="11277295" cy="4297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4652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6520"/>
            <a:ext cx="2895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652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xmlns:a="http://schemas.openxmlformats.org/drawingml/2006/main" name="Probity">
      <a:dk1>
        <a:srgbClr val="1F2937"/>
      </a:dk1>
      <a:lt1>
        <a:srgbClr val="FFFFFF"/>
      </a:lt1>
      <a:dk2>
        <a:srgbClr val="0A325A"/>
      </a:dk2>
      <a:lt2>
        <a:srgbClr val="F7F9FC"/>
      </a:lt2>
      <a:accent1>
        <a:srgbClr val="0A325A"/>
      </a:accent1>
      <a:accent2>
        <a:srgbClr val="C8881F"/>
      </a:accent2>
      <a:accent3>
        <a:srgbClr val="4A7BA8"/>
      </a:accent3>
      <a:accent4>
        <a:srgbClr val="8BABCB"/>
      </a:accent4>
      <a:accent5>
        <a:srgbClr val="E8EEF5"/>
      </a:accent5>
      <a:accent6>
        <a:srgbClr val="6B7280"/>
      </a:accent6>
      <a:hlink>
        <a:srgbClr val="4A7BA8"/>
      </a:hlink>
      <a:folHlink>
        <a:srgbClr val="6B7280"/>
      </a:folHlink>
    </a:clrScheme>
    <a:fontScheme name="Probity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